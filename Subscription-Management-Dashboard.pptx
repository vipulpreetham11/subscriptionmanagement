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Fira Sans Condensed" panose="020F0502020204030204" pitchFamily="34" charset="0"/>
      <p:regular r:id="rId10"/>
    </p:embeddedFont>
    <p:embeddedFont>
      <p:font typeface="Fira Sans Condensed Bold" panose="020B0604020202020204" charset="0"/>
      <p:regular r:id="rId11"/>
    </p:embeddedFont>
    <p:embeddedFont>
      <p:font typeface="Fira Sans Condensed SemiBold" panose="020F0502020204030204" pitchFamily="34" charset="0"/>
      <p:regular r:id="rId12"/>
    </p:embeddedFont>
    <p:embeddedFont>
      <p:font typeface="JetBrains Mono Medium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56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36581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SUBSCRIPTION MANAGEMENT · PROJECT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67928"/>
            <a:ext cx="701022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48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Subscription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48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Management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48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55591" y="2547541"/>
            <a:ext cx="736581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MERN-powered platform for managing subscriptions, renewal dates, and recurring expenses.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5662414"/>
            <a:ext cx="3394585" cy="916186"/>
          </a:xfrm>
          <a:prstGeom prst="roundRect">
            <a:avLst>
              <a:gd name="adj" fmla="val 6654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5792589"/>
            <a:ext cx="324218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87" y="6022380"/>
            <a:ext cx="308979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MongoDB</a:t>
            </a: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· </a:t>
            </a: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Express.js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React.js</a:t>
            </a: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· </a:t>
            </a: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Node.js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02473" y="5662414"/>
            <a:ext cx="3463342" cy="916186"/>
          </a:xfrm>
          <a:prstGeom prst="roundRect">
            <a:avLst>
              <a:gd name="adj" fmla="val 6654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4054870" y="5792589"/>
            <a:ext cx="331094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54870" y="6022380"/>
            <a:ext cx="315855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[vipul preetham] · [yellappanaidu] · [sri varshith] · [sai charan reddy]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1407" y="0"/>
            <a:ext cx="4470288" cy="6858000"/>
          </a:xfrm>
          <a:prstGeom prst="roundRect">
            <a:avLst>
              <a:gd name="adj" fmla="val 1364"/>
            </a:avLst>
          </a:prstGeom>
          <a:solidFill>
            <a:srgbClr val="F4F3E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2285943" cy="129540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1409700"/>
            <a:ext cx="4470288" cy="4078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56901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PROBLEM · FRAGMENTED INFORMATION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72134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Subscriptions are easy to lose track 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756901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details exist. The visibility does not.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0" y="1418927"/>
            <a:ext cx="412740" cy="412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090" y="1909465"/>
            <a:ext cx="34035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Scattered details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9090" y="2215852"/>
            <a:ext cx="340351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Details are scattered across apps, emails, and billing pages.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997" y="1418927"/>
            <a:ext cx="412740" cy="412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1997" y="1909465"/>
            <a:ext cx="34035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Missed renewals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101997" y="2215852"/>
            <a:ext cx="34670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Renewal dates are easy to miss.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90" y="2924473"/>
            <a:ext cx="412740" cy="412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9090" y="3415010"/>
            <a:ext cx="34035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Hidden total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19090" y="3721398"/>
            <a:ext cx="34670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Recurring spending is hard to see as one total.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997" y="2924473"/>
            <a:ext cx="361147" cy="412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01997" y="3415010"/>
            <a:ext cx="34035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Manual upkeep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101997" y="3721398"/>
            <a:ext cx="34670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Manual tracking takes time and regular upkeep.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387" y="4266208"/>
            <a:ext cx="253994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3387" y="4593233"/>
            <a:ext cx="685782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3ECE7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Technical stakes:</a:t>
            </a: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responsive UX, reliable MongoDB records, REST APIs, CRUD operations, accurate dates, and protected user data.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924602" y="0"/>
            <a:ext cx="4267093" cy="6858000"/>
          </a:xfrm>
          <a:prstGeom prst="roundRect">
            <a:avLst>
              <a:gd name="adj" fmla="val 1429"/>
            </a:avLst>
          </a:prstGeom>
          <a:solidFill>
            <a:srgbClr val="F4F3EC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592" y="381000"/>
            <a:ext cx="1650959" cy="935534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592" y="1430834"/>
            <a:ext cx="3505112" cy="244266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305592" y="3993753"/>
            <a:ext cx="35051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CENTRALIZED MANAGEMENT TURNS FRAGMENTED INFORMATION INTO A CLEAR VIEW.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7722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PRODUCT · ONE CENTRAL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74166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One dashboard, every subscription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77722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card-based dashboard makes the record easy to scan, search, and manage.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55427"/>
            <a:ext cx="3632109" cy="990501"/>
          </a:xfrm>
          <a:prstGeom prst="roundRect">
            <a:avLst>
              <a:gd name="adj" fmla="val 6154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485602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87" y="1697930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Subscription records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87" y="2004318"/>
            <a:ext cx="34797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Add, view, update, and delete.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0096" y="1355427"/>
            <a:ext cx="3632109" cy="990501"/>
          </a:xfrm>
          <a:prstGeom prst="roundRect">
            <a:avLst>
              <a:gd name="adj" fmla="val 6154"/>
            </a:avLst>
          </a:prstGeom>
          <a:solidFill>
            <a:srgbClr val="F4F3EC"/>
          </a:solidFill>
          <a:ln/>
        </p:spPr>
      </p:sp>
      <p:sp>
        <p:nvSpPr>
          <p:cNvPr id="10" name="Text 8"/>
          <p:cNvSpPr/>
          <p:nvPr/>
        </p:nvSpPr>
        <p:spPr>
          <a:xfrm>
            <a:off x="4292493" y="1485602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2493" y="1697930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Renewal tracking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2493" y="2004318"/>
            <a:ext cx="34797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 start dates and renewal dates.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5591" y="2498229"/>
            <a:ext cx="3632109" cy="1205111"/>
          </a:xfrm>
          <a:prstGeom prst="roundRect">
            <a:avLst>
              <a:gd name="adj" fmla="val 5058"/>
            </a:avLst>
          </a:prstGeom>
          <a:solidFill>
            <a:srgbClr val="F4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507987" y="2628404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987" y="2840732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Expense overview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987" y="3147120"/>
            <a:ext cx="34797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amounts and total stored cost.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40096" y="2498229"/>
            <a:ext cx="3632109" cy="1205111"/>
          </a:xfrm>
          <a:prstGeom prst="roundRect">
            <a:avLst>
              <a:gd name="adj" fmla="val 5058"/>
            </a:avLst>
          </a:prstGeom>
          <a:solidFill>
            <a:srgbClr val="F4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4292493" y="2628404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DETAILS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2493" y="2840732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Plan information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2493" y="3147120"/>
            <a:ext cx="332731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Organize service, plan, amount, and billing details.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5591" y="3855641"/>
            <a:ext cx="3632109" cy="1205111"/>
          </a:xfrm>
          <a:prstGeom prst="roundRect">
            <a:avLst>
              <a:gd name="adj" fmla="val 5058"/>
            </a:avLst>
          </a:prstGeom>
          <a:solidFill>
            <a:srgbClr val="F4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507987" y="3985816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987" y="4198144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Search and filtering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987" y="4504531"/>
            <a:ext cx="34797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Find by service, plan, or renewal status.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40096" y="3855641"/>
            <a:ext cx="3632109" cy="1205111"/>
          </a:xfrm>
          <a:prstGeom prst="roundRect">
            <a:avLst>
              <a:gd name="adj" fmla="val 5058"/>
            </a:avLst>
          </a:prstGeom>
          <a:solidFill>
            <a:srgbClr val="F4F3EC"/>
          </a:solidFill>
          <a:ln/>
        </p:spPr>
      </p:sp>
      <p:sp>
        <p:nvSpPr>
          <p:cNvPr id="26" name="Text 24"/>
          <p:cNvSpPr/>
          <p:nvPr/>
        </p:nvSpPr>
        <p:spPr>
          <a:xfrm>
            <a:off x="4292493" y="3985816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2493" y="4198144"/>
            <a:ext cx="33273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92493" y="4504531"/>
            <a:ext cx="332731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Authentication and role-based access only if implemented.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5591" y="5181005"/>
            <a:ext cx="741661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SECURE ACCESS, AUTHENTICATION, AND ROLE-BASED ACCESS REMAIN CONDITIONAL ON IMPLEMENTATION.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7797" y="0"/>
            <a:ext cx="4063898" cy="6858000"/>
          </a:xfrm>
          <a:prstGeom prst="roundRect">
            <a:avLst>
              <a:gd name="adj" fmla="val 1500"/>
            </a:avLst>
          </a:prstGeom>
          <a:solidFill>
            <a:srgbClr val="F4F3EC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87" y="381000"/>
            <a:ext cx="1523962" cy="863600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787" y="1358900"/>
            <a:ext cx="3301917" cy="3561457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8508787" y="5034657"/>
            <a:ext cx="2464234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34" name="Text 30"/>
          <p:cNvSpPr/>
          <p:nvPr/>
        </p:nvSpPr>
        <p:spPr>
          <a:xfrm>
            <a:off x="8607805" y="5087766"/>
            <a:ext cx="2875784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PLANNED ONLY IF UNVERIFIED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· REQUEST TO UI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From user input to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subscription travels through five clear stages.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55427"/>
            <a:ext cx="2174225" cy="2111276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507827"/>
            <a:ext cx="7634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987" y="17390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8" name="Text 6"/>
          <p:cNvSpPr/>
          <p:nvPr/>
        </p:nvSpPr>
        <p:spPr>
          <a:xfrm>
            <a:off x="507987" y="1861840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87" y="2168227"/>
            <a:ext cx="1869433" cy="114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User enters subscription details in React.js: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Netflix · Standard · ₹499 · 10 October 2026 · 10 November 2026.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82113" y="1355427"/>
            <a:ext cx="2174225" cy="2111276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11" name="Text 9"/>
          <p:cNvSpPr/>
          <p:nvPr/>
        </p:nvSpPr>
        <p:spPr>
          <a:xfrm>
            <a:off x="2834510" y="1507827"/>
            <a:ext cx="772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510" y="17390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510" y="1861840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510" y="2168227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React.js validates the form and sends an HTTP request.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08636" y="1355427"/>
            <a:ext cx="2174325" cy="2111276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5161032" y="1507827"/>
            <a:ext cx="774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1032" y="17390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18" name="Text 16"/>
          <p:cNvSpPr/>
          <p:nvPr/>
        </p:nvSpPr>
        <p:spPr>
          <a:xfrm>
            <a:off x="5161032" y="1861840"/>
            <a:ext cx="18695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API operation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1032" y="2168227"/>
            <a:ext cx="1869532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Node.js + Express.js validate the request and run the operation.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35257" y="1355427"/>
            <a:ext cx="2174225" cy="2111276"/>
          </a:xfrm>
          <a:prstGeom prst="roundRect">
            <a:avLst>
              <a:gd name="adj" fmla="val 2887"/>
            </a:avLst>
          </a:prstGeom>
          <a:solidFill>
            <a:srgbClr val="F4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7653" y="1507827"/>
            <a:ext cx="7823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7653" y="17390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23" name="Text 21"/>
          <p:cNvSpPr/>
          <p:nvPr/>
        </p:nvSpPr>
        <p:spPr>
          <a:xfrm>
            <a:off x="7487653" y="1861840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Persist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87653" y="2168227"/>
            <a:ext cx="1869433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MongoDB stores or retrieves the subscription record.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61779" y="1355427"/>
            <a:ext cx="2174325" cy="2111276"/>
          </a:xfrm>
          <a:prstGeom prst="roundRect">
            <a:avLst>
              <a:gd name="adj" fmla="val 2887"/>
            </a:avLst>
          </a:prstGeom>
          <a:solidFill>
            <a:srgbClr val="F2D13A"/>
          </a:solidFill>
          <a:ln/>
        </p:spPr>
      </p:sp>
      <p:sp>
        <p:nvSpPr>
          <p:cNvPr id="26" name="Text 24"/>
          <p:cNvSpPr/>
          <p:nvPr/>
        </p:nvSpPr>
        <p:spPr>
          <a:xfrm>
            <a:off x="9814176" y="1507827"/>
            <a:ext cx="77835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14176" y="17390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28" name="Text 26"/>
          <p:cNvSpPr/>
          <p:nvPr/>
        </p:nvSpPr>
        <p:spPr>
          <a:xfrm>
            <a:off x="9814176" y="1861840"/>
            <a:ext cx="18695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Refresh view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14176" y="2168227"/>
            <a:ext cx="18695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API response updates the React.js dashboard.</a:t>
            </a:r>
            <a:endParaRPr lang="en-US" sz="13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3708003"/>
            <a:ext cx="253994" cy="2540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3387" y="4035028"/>
            <a:ext cx="113027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3ECE7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Architecture:</a:t>
            </a: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User → React.js frontend → REST API → Node.js + Express.js backend → MongoDB → updated dashboard.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55591" y="4490938"/>
            <a:ext cx="3422961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33" name="Text 30"/>
          <p:cNvSpPr/>
          <p:nvPr/>
        </p:nvSpPr>
        <p:spPr>
          <a:xfrm>
            <a:off x="454609" y="4544047"/>
            <a:ext cx="383451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CRUD: CREATE · READ · UPDATE · DELETE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E4DB71F-80C7-06C1-8F66-C1CE45A4F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369" y="6172104"/>
            <a:ext cx="3753374" cy="685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1573312"/>
            <a:ext cx="70737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TECHNICAL DESIGN · MODULAR MERN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1802742"/>
            <a:ext cx="6718132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MERN makes the workflow modular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6582" y="2291854"/>
            <a:ext cx="3282868" cy="1294011"/>
          </a:xfrm>
          <a:prstGeom prst="roundRect">
            <a:avLst>
              <a:gd name="adj" fmla="val 471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3427" y="2466479"/>
            <a:ext cx="30860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3427" y="2678807"/>
            <a:ext cx="28891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MongoDB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3427" y="2985195"/>
            <a:ext cx="28891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Stores services, plans, amounts, start dates, and renewal dates.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1846" y="2291854"/>
            <a:ext cx="3282868" cy="1294011"/>
          </a:xfrm>
          <a:prstGeom prst="roundRect">
            <a:avLst>
              <a:gd name="adj" fmla="val 471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691" y="2466479"/>
            <a:ext cx="30860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68691" y="2678807"/>
            <a:ext cx="28891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68691" y="2985195"/>
            <a:ext cx="28891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Defines REST endpoints and handles HTTP requests.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582" y="3738265"/>
            <a:ext cx="3282868" cy="1294011"/>
          </a:xfrm>
          <a:prstGeom prst="roundRect">
            <a:avLst>
              <a:gd name="adj" fmla="val 471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427" y="3912890"/>
            <a:ext cx="30860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3427" y="4125218"/>
            <a:ext cx="28891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React.js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3427" y="4431605"/>
            <a:ext cx="28891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Builds the dashboard, forms, cards, and data views.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71846" y="3738265"/>
            <a:ext cx="3282868" cy="1294011"/>
          </a:xfrm>
          <a:prstGeom prst="roundRect">
            <a:avLst>
              <a:gd name="adj" fmla="val 471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8691" y="3912890"/>
            <a:ext cx="30860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68691" y="4125218"/>
            <a:ext cx="28891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Node.js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68691" y="4431605"/>
            <a:ext cx="28891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Runs the backend JavaScript and request handling.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0305" y="1265337"/>
            <a:ext cx="4000400" cy="2535337"/>
          </a:xfrm>
          <a:prstGeom prst="roundRect">
            <a:avLst>
              <a:gd name="adj" fmla="val 2404"/>
            </a:avLst>
          </a:prstGeom>
          <a:solidFill>
            <a:srgbClr val="F4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988100" y="1420912"/>
            <a:ext cx="38226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ALGORITHM PANEL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88100" y="1650702"/>
            <a:ext cx="364480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Renewal scan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Identify renewals between today and the next seven days.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88100" y="2408833"/>
            <a:ext cx="3644809" cy="19050"/>
          </a:xfrm>
          <a:prstGeom prst="roundRect">
            <a:avLst>
              <a:gd name="adj" fmla="val 49999"/>
            </a:avLst>
          </a:prstGeom>
          <a:solidFill>
            <a:srgbClr val="1F6B50"/>
          </a:solidFill>
          <a:ln/>
        </p:spPr>
      </p:sp>
      <p:sp>
        <p:nvSpPr>
          <p:cNvPr id="24" name="Text 22"/>
          <p:cNvSpPr/>
          <p:nvPr/>
        </p:nvSpPr>
        <p:spPr>
          <a:xfrm>
            <a:off x="7988100" y="2542183"/>
            <a:ext cx="364480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Total calculation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Sum comparable subscription amounts.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88100" y="3085703"/>
            <a:ext cx="3644809" cy="19050"/>
          </a:xfrm>
          <a:prstGeom prst="roundRect">
            <a:avLst>
              <a:gd name="adj" fmla="val 49999"/>
            </a:avLst>
          </a:prstGeom>
          <a:solidFill>
            <a:srgbClr val="1F6B50"/>
          </a:solidFill>
          <a:ln/>
        </p:spPr>
      </p:sp>
      <p:sp>
        <p:nvSpPr>
          <p:cNvPr id="26" name="Text 24"/>
          <p:cNvSpPr/>
          <p:nvPr/>
        </p:nvSpPr>
        <p:spPr>
          <a:xfrm>
            <a:off x="7988100" y="3219053"/>
            <a:ext cx="364480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Sorting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Sort renewal dates when needed.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10305" y="3953073"/>
            <a:ext cx="4000400" cy="1181596"/>
          </a:xfrm>
          <a:prstGeom prst="roundRect">
            <a:avLst>
              <a:gd name="adj" fmla="val 5159"/>
            </a:avLst>
          </a:prstGeom>
          <a:solidFill>
            <a:srgbClr val="F4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7988100" y="4108648"/>
            <a:ext cx="38226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88100" y="4338439"/>
            <a:ext cx="364480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Renewal scan </a:t>
            </a: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O(N)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Total calculation </a:t>
            </a: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O(N)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Sorting </a:t>
            </a: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0990" y="5431929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ONLY MENTION MONGOOSE, JWT, OR OTHER ADDITIONS IF ACTUALLY USED.</a:t>
            </a:r>
            <a:endParaRPr lang="en-US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153491C-5717-C99D-A2EF-B263C15C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21" y="6126559"/>
            <a:ext cx="3753374" cy="685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41757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DEMO FLOW · VALIDATE THE JOURNEY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379472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Demo the journey from entry to smart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990" y="1486694"/>
            <a:ext cx="318980" cy="288925"/>
          </a:xfrm>
          <a:prstGeom prst="roundRect">
            <a:avLst>
              <a:gd name="adj" fmla="val 17142"/>
            </a:avLst>
          </a:prstGeom>
          <a:solidFill>
            <a:srgbClr val="9FE3C4"/>
          </a:solidFill>
          <a:ln/>
        </p:spPr>
      </p:sp>
      <p:sp>
        <p:nvSpPr>
          <p:cNvPr id="5" name="Text 3"/>
          <p:cNvSpPr/>
          <p:nvPr/>
        </p:nvSpPr>
        <p:spPr>
          <a:xfrm>
            <a:off x="463538" y="1548606"/>
            <a:ext cx="7634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5067" y="1515269"/>
            <a:ext cx="33106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Add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5067" y="1821656"/>
            <a:ext cx="331064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Add a subscription.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0990" y="2036266"/>
            <a:ext cx="328406" cy="288925"/>
          </a:xfrm>
          <a:prstGeom prst="roundRect">
            <a:avLst>
              <a:gd name="adj" fmla="val 17142"/>
            </a:avLst>
          </a:prstGeom>
          <a:solidFill>
            <a:srgbClr val="9FE3C4"/>
          </a:solidFill>
          <a:ln/>
        </p:spPr>
      </p:sp>
      <p:sp>
        <p:nvSpPr>
          <p:cNvPr id="9" name="Text 7"/>
          <p:cNvSpPr/>
          <p:nvPr/>
        </p:nvSpPr>
        <p:spPr>
          <a:xfrm>
            <a:off x="463538" y="2098179"/>
            <a:ext cx="772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4492" y="2064841"/>
            <a:ext cx="33012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4492" y="2371229"/>
            <a:ext cx="330122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View saved records.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0990" y="2585839"/>
            <a:ext cx="329795" cy="288925"/>
          </a:xfrm>
          <a:prstGeom prst="roundRect">
            <a:avLst>
              <a:gd name="adj" fmla="val 17142"/>
            </a:avLst>
          </a:prstGeom>
          <a:solidFill>
            <a:srgbClr val="9FE3C4"/>
          </a:solidFill>
          <a:ln/>
        </p:spPr>
      </p:sp>
      <p:sp>
        <p:nvSpPr>
          <p:cNvPr id="13" name="Text 11"/>
          <p:cNvSpPr/>
          <p:nvPr/>
        </p:nvSpPr>
        <p:spPr>
          <a:xfrm>
            <a:off x="463538" y="2647752"/>
            <a:ext cx="774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5881" y="2614414"/>
            <a:ext cx="32998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Update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5881" y="2920802"/>
            <a:ext cx="329983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Update plan, amount, or renewal date.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0990" y="3135412"/>
            <a:ext cx="337831" cy="288925"/>
          </a:xfrm>
          <a:prstGeom prst="roundRect">
            <a:avLst>
              <a:gd name="adj" fmla="val 17142"/>
            </a:avLst>
          </a:prstGeom>
          <a:solidFill>
            <a:srgbClr val="9FE3C4"/>
          </a:solidFill>
          <a:ln/>
        </p:spPr>
      </p:sp>
      <p:sp>
        <p:nvSpPr>
          <p:cNvPr id="17" name="Text 15"/>
          <p:cNvSpPr/>
          <p:nvPr/>
        </p:nvSpPr>
        <p:spPr>
          <a:xfrm>
            <a:off x="463538" y="3197324"/>
            <a:ext cx="7823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3918" y="3163987"/>
            <a:ext cx="32917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Delete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3918" y="3470374"/>
            <a:ext cx="329179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Delete a record and confirm the dashboard refresh.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0990" y="3899595"/>
            <a:ext cx="333863" cy="288925"/>
          </a:xfrm>
          <a:prstGeom prst="roundRect">
            <a:avLst>
              <a:gd name="adj" fmla="val 17142"/>
            </a:avLst>
          </a:prstGeom>
          <a:solidFill>
            <a:srgbClr val="9FE3C4"/>
          </a:solidFill>
          <a:ln/>
        </p:spPr>
      </p:sp>
      <p:sp>
        <p:nvSpPr>
          <p:cNvPr id="21" name="Text 19"/>
          <p:cNvSpPr/>
          <p:nvPr/>
        </p:nvSpPr>
        <p:spPr>
          <a:xfrm>
            <a:off x="463538" y="3961507"/>
            <a:ext cx="77835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9949" y="3928170"/>
            <a:ext cx="32957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Track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9949" y="4234557"/>
            <a:ext cx="329576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Track upcoming renewals only if implemented.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0990" y="4569420"/>
            <a:ext cx="37947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SAMPLE DATA: NETFLIX · STANDARD · ₹499 · 10 OCTOBER 2026 → 10 NOVEMBER 2026.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61399" y="0"/>
            <a:ext cx="3588950" cy="1965821"/>
          </a:xfrm>
          <a:prstGeom prst="roundRect">
            <a:avLst>
              <a:gd name="adj" fmla="val 310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1439" y="403225"/>
            <a:ext cx="31889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SCREENSHOT AREA 01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61439" y="615553"/>
            <a:ext cx="27888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Main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61439" y="921941"/>
            <a:ext cx="278887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the central view of records, renewal indicators, and expense summary.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02745" y="0"/>
            <a:ext cx="3588950" cy="1965821"/>
          </a:xfrm>
          <a:prstGeom prst="roundRect">
            <a:avLst>
              <a:gd name="adj" fmla="val 310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2785" y="403225"/>
            <a:ext cx="31889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SCREENSHOT AREA 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02785" y="615553"/>
            <a:ext cx="27888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Add/Edit Form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2785" y="921941"/>
            <a:ext cx="27888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entry and editing states for service, plan, amount, and dates.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61399" y="2118221"/>
            <a:ext cx="7330296" cy="1965821"/>
          </a:xfrm>
          <a:prstGeom prst="roundRect">
            <a:avLst>
              <a:gd name="adj" fmla="val 3101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1439" y="2521446"/>
            <a:ext cx="693025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SCREENSHOT AREA 03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61439" y="2733774"/>
            <a:ext cx="653021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Subscription List with Renewal Dates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61439" y="3040162"/>
            <a:ext cx="693025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records ordered or filtered by renewal status.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1399" y="4198342"/>
            <a:ext cx="7330296" cy="1288951"/>
          </a:xfrm>
          <a:prstGeom prst="roundRect">
            <a:avLst>
              <a:gd name="adj" fmla="val 4729"/>
            </a:avLst>
          </a:prstGeom>
          <a:solidFill>
            <a:srgbClr val="F4F3EC"/>
          </a:solidFill>
          <a:ln w="19050">
            <a:solidFill>
              <a:srgbClr val="9FB9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61439" y="4601567"/>
            <a:ext cx="693025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IF TESTING IS INCOMPLETE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61439" y="4872633"/>
            <a:ext cx="693025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a validation checklist instead of invented metrics.</a:t>
            </a:r>
            <a:endParaRPr lang="en-US" sz="13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F5FC8E-7E4C-C56D-6048-AC10F1C9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21" y="6115507"/>
            <a:ext cx="3753374" cy="685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36581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CLOSING VIEW · VERIFIED NOW, SMARTER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701022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Make subscription management smarter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5591" y="1027509"/>
            <a:ext cx="7010225" cy="1854101"/>
          </a:xfrm>
          <a:prstGeom prst="roundRect">
            <a:avLst>
              <a:gd name="adj" fmla="val 3288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786" y="1208484"/>
            <a:ext cx="680703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CURRENT ACHIEVEMENT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8786" y="1438275"/>
            <a:ext cx="660383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only implemented and verified items: MERN architecture, MongoDB storage, REST integration, CRUD operations, and dashboard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5591" y="3034010"/>
            <a:ext cx="7010225" cy="1803400"/>
          </a:xfrm>
          <a:prstGeom prst="roundRect">
            <a:avLst>
              <a:gd name="adj" fmla="val 3380"/>
            </a:avLst>
          </a:prstGeom>
          <a:solidFill>
            <a:srgbClr val="F4F3EC"/>
          </a:solidFill>
          <a:ln/>
        </p:spPr>
      </p:sp>
      <p:sp>
        <p:nvSpPr>
          <p:cNvPr id="8" name="Text 6"/>
          <p:cNvSpPr/>
          <p:nvPr/>
        </p:nvSpPr>
        <p:spPr>
          <a:xfrm>
            <a:off x="533387" y="3189585"/>
            <a:ext cx="68324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FUTURE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3387" y="3419376"/>
            <a:ext cx="665463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Automated renewal reminders, spending analytics, secure authentication, smart subscription insights, multi-currency support, and recurring billing intervals.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5591" y="4989810"/>
            <a:ext cx="7010225" cy="1588790"/>
          </a:xfrm>
          <a:prstGeom prst="roundRect">
            <a:avLst>
              <a:gd name="adj" fmla="val 3837"/>
            </a:avLst>
          </a:prstGeom>
          <a:solidFill>
            <a:srgbClr val="F4F3EC"/>
          </a:solidFill>
          <a:ln/>
        </p:spPr>
      </p:sp>
      <p:sp>
        <p:nvSpPr>
          <p:cNvPr id="11" name="Text 9"/>
          <p:cNvSpPr/>
          <p:nvPr/>
        </p:nvSpPr>
        <p:spPr>
          <a:xfrm>
            <a:off x="533387" y="5145385"/>
            <a:ext cx="68324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87" y="5375176"/>
            <a:ext cx="68324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Indexes, pagination, caching, cloud deployment, and user-level authorization.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1407" y="0"/>
            <a:ext cx="4470288" cy="6858000"/>
          </a:xfrm>
          <a:prstGeom prst="roundRect">
            <a:avLst>
              <a:gd name="adj" fmla="val 1364"/>
            </a:avLst>
          </a:prstGeom>
          <a:solidFill>
            <a:srgbClr val="F4F3E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1523962" cy="86360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977900"/>
            <a:ext cx="4470288" cy="2995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758</Words>
  <Application>Microsoft Office PowerPoint</Application>
  <PresentationFormat>Widescreen</PresentationFormat>
  <Paragraphs>137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JetBrains Mono Medium</vt:lpstr>
      <vt:lpstr>Fira Sans Condensed</vt:lpstr>
      <vt:lpstr>Arial</vt:lpstr>
      <vt:lpstr>Fira Sans Condensed SemiBold</vt:lpstr>
      <vt:lpstr>Fira Sans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vipul preetham</cp:lastModifiedBy>
  <cp:revision>2</cp:revision>
  <dcterms:created xsi:type="dcterms:W3CDTF">2026-10-10T05:06:26Z</dcterms:created>
  <dcterms:modified xsi:type="dcterms:W3CDTF">2026-10-10T05:23:06Z</dcterms:modified>
</cp:coreProperties>
</file>